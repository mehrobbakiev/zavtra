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isk.360.yandex.ru/i/hVz4FTMQxOh_oQ" TargetMode="External"/><Relationship Id="rId3" Type="http://schemas.openxmlformats.org/officeDocument/2006/relationships/hyperlink" Target="https://disk.360.yandex.ru/d/DpdsYaFfND6Z_A" TargetMode="External"/><Relationship Id="rId4" Type="http://schemas.openxmlformats.org/officeDocument/2006/relationships/hyperlink" Target="https://disk.360.yandex.ru/d/i2dlwnsLbHCLFw" TargetMode="External"/><Relationship Id="rId5" Type="http://schemas.openxmlformats.org/officeDocument/2006/relationships/hyperlink" Target="https://disk.360.yandex.ru/d/3l_rn-rzjZAaeQ" TargetMode="External"/><Relationship Id="rId6" Type="http://schemas.openxmlformats.org/officeDocument/2006/relationships/hyperlink" Target="https://disk.360.yandex.ru/d/VRZX0IztI4xQhA" TargetMode="External"/><Relationship Id="rId7" Type="http://schemas.openxmlformats.org/officeDocument/2006/relationships/hyperlink" Target="https://github.com/MehrobBakiev/Zavtra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9436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000">
                <a:solidFill>
                  <a:srgbClr val="000000"/>
                </a:solidFill>
                <a:latin typeface="Arial"/>
              </a:rPr>
              <a:t>Завтра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Автор: Бакиев Мехроб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Мехрзодович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2316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>
                <a:solidFill>
                  <a:srgbClr val="595959"/>
                </a:solidFill>
                <a:latin typeface="Arial"/>
              </a:rPr>
              <a:t>Описание проекта: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82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 u="sng">
                <a:solidFill>
                  <a:srgbClr val="009FB5"/>
                </a:solidFill>
                <a:latin typeface="Arial"/>
                <a:hlinkClick r:id="rId2"/>
              </a:rPr>
              <a:t>Одностраничник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83279"/>
            <a:ext cx="182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79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 u="sng">
                <a:solidFill>
                  <a:srgbClr val="009FB5"/>
                </a:solidFill>
                <a:latin typeface="Arial"/>
                <a:hlinkClick r:id="rId3"/>
              </a:rPr>
              <a:t>PRD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49039"/>
            <a:ext cx="182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39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 u="sng">
                <a:solidFill>
                  <a:srgbClr val="009FB5"/>
                </a:solidFill>
                <a:latin typeface="Arial"/>
                <a:hlinkClick r:id="rId4"/>
              </a:rPr>
              <a:t>SRS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14800"/>
            <a:ext cx="182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 u="sng">
                <a:solidFill>
                  <a:srgbClr val="009FB5"/>
                </a:solidFill>
                <a:latin typeface="Arial"/>
                <a:hlinkClick r:id="rId5"/>
              </a:rPr>
              <a:t>User Stories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80560"/>
            <a:ext cx="182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8056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 u="sng">
                <a:solidFill>
                  <a:srgbClr val="009FB5"/>
                </a:solidFill>
                <a:latin typeface="Arial"/>
                <a:hlinkClick r:id="rId6"/>
              </a:rPr>
              <a:t>RTM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46320"/>
            <a:ext cx="182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 u="sng">
                <a:solidFill>
                  <a:srgbClr val="009FB5"/>
                </a:solidFill>
                <a:latin typeface="Arial"/>
                <a:hlinkClick r:id="rId7"/>
              </a:rPr>
              <a:t>Git-репозиторий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61264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300">
                <a:solidFill>
                  <a:srgbClr val="595959"/>
                </a:solidFill>
                <a:latin typeface="Arial"/>
              </a:rPr>
              <a:t>Что было сделано: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13258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>
                <a:solidFill>
                  <a:srgbClr val="595959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1325880"/>
            <a:ext cx="608076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Реализован сценарий Telegram-бота: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продажи → остатки → рекомендация →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подтверждение заказа.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39572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>
                <a:solidFill>
                  <a:srgbClr val="595959"/>
                </a:solidFill>
                <a:latin typeface="Aria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2395728"/>
            <a:ext cx="608076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Добавлены CSV/XLSX, техкарты,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ручная правка заказа и хранение данных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в SQLite / PostgreSQL.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46557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>
                <a:solidFill>
                  <a:srgbClr val="595959"/>
                </a:solidFill>
                <a:latin typeface="Arial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3465576"/>
            <a:ext cx="608076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Автоматические тесты: 31 из 31.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Проверки GitHub Actions успешны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на Python 3.12 и 3.14.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453542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>
                <a:solidFill>
                  <a:srgbClr val="595959"/>
                </a:solidFill>
                <a:latin typeface="Arial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4535424"/>
            <a:ext cx="6080760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Код и документы опубликованы в GitHub.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Подготовлены демоданные и инструкция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>
                <a:solidFill>
                  <a:srgbClr val="595959"/>
                </a:solidFill>
                <a:latin typeface="Arial"/>
              </a:rPr>
              <a:t>запуска.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5897880"/>
            <a:ext cx="6080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595959"/>
                </a:solidFill>
                <a:latin typeface="Arial"/>
              </a:rPr>
              <a:t>Пилот на реальной точке — следующий этап.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282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595959"/>
                </a:solidFill>
                <a:latin typeface="Arial"/>
              </a:rPr>
              <a:t>17.10.2026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Завтра — контрольная точка 1</dc:title>
  <dc:subject>Проектный семинар · 17.10.2026</dc:subject>
  <dc:creator>Бакиев Мехроб Мехрзодович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