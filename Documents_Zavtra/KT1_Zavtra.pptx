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MehrobBakiev/Zavtra/blob/main/Documents_Zavtra/one_pager_zavtra_2.pdf" TargetMode="External"/><Relationship Id="rId3" Type="http://schemas.openxmlformats.org/officeDocument/2006/relationships/hyperlink" Target="https://github.com/MehrobBakiev/Zavtra/blob/main/Documents_Zavtra/2.1_PRD_Zavtra.pdf" TargetMode="External"/><Relationship Id="rId4" Type="http://schemas.openxmlformats.org/officeDocument/2006/relationships/hyperlink" Target="https://github.com/MehrobBakiev/Zavtra/blob/main/Documents_Zavtra/2.2_SRS_Zavtra.pdf" TargetMode="External"/><Relationship Id="rId5" Type="http://schemas.openxmlformats.org/officeDocument/2006/relationships/hyperlink" Target="https://github.com/MehrobBakiev/Zavtra/blob/main/Documents_Zavtra/2.3_UserStories_Zavtra.pdf" TargetMode="External"/><Relationship Id="rId6" Type="http://schemas.openxmlformats.org/officeDocument/2006/relationships/hyperlink" Target="https://github.com/MehrobBakiev/Zavtra/blob/main/Documents_Zavtra/2.4_RTM_Zavtra.pdf" TargetMode="External"/><Relationship Id="rId7" Type="http://schemas.openxmlformats.org/officeDocument/2006/relationships/hyperlink" Target="https://github.com/MehrobBakiev/Zavtr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>
                <a:solidFill>
                  <a:srgbClr val="000000"/>
                </a:solidFill>
                <a:latin typeface="Arial"/>
              </a:rPr>
              <a:t>Завтра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Автор: Бакиев Мехроб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Мехрзодович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Описание проекта: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2"/>
              </a:rPr>
              <a:t>Одностраничник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83279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79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3"/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4"/>
              </a:rPr>
              <a:t>SRS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5"/>
              </a:rPr>
              <a:t>User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6"/>
              </a:rPr>
              <a:t>RTM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4632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7"/>
              </a:rPr>
              <a:t>Git-репозиторий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2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300">
                <a:solidFill>
                  <a:srgbClr val="595959"/>
                </a:solidFill>
                <a:latin typeface="Arial"/>
              </a:rPr>
              <a:t>Что было сделано: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325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1325880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Реализован сценарий Telegram-бота: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продажи → остатки → рекомендация →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подтверждение заказа.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395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395728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Добавлены CSV/XLSX, техкарты,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ручная правка заказа и хранение данных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в SQLite / PostgreSQL.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46557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3465576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Автоматические тесты: 31 из 31.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Проверки GitHub Actions успешны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на Python 3.12 и 3.14.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53542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4535424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Код и документы опубликованы в GitHub.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Подготовлены демоданные и инструкция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запуска.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5897880"/>
            <a:ext cx="6080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Пилот на реальной точке — следующий этап.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282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17.10.2026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Завтра — контрольная точка 1</dc:title>
  <dc:subject>Проектный семинар · 17.10.2026</dc:subject>
  <dc:creator>Бакиев Мехроб Мехрзодович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