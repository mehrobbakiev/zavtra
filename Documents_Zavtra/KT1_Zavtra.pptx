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isk.360.yandex.ru/i/hVz4FTMQxOh_oQ" TargetMode="External"/><Relationship Id="rId3" Type="http://schemas.openxmlformats.org/officeDocument/2006/relationships/hyperlink" Target="https://disk.360.yandex.ru/d/DpdsYaFfND6Z_A" TargetMode="External"/><Relationship Id="rId4" Type="http://schemas.openxmlformats.org/officeDocument/2006/relationships/hyperlink" Target="https://disk.360.yandex.ru/d/i2dlwnsLbHCLFw" TargetMode="External"/><Relationship Id="rId5" Type="http://schemas.openxmlformats.org/officeDocument/2006/relationships/hyperlink" Target="https://disk.360.yandex.ru/d/3l_rn-rzjZAaeQ" TargetMode="External"/><Relationship Id="rId6" Type="http://schemas.openxmlformats.org/officeDocument/2006/relationships/hyperlink" Target="https://disk.360.yandex.ru/d/VRZX0IztI4xQhA" TargetMode="External"/><Relationship Id="rId7" Type="http://schemas.openxmlformats.org/officeDocument/2006/relationships/hyperlink" Target="https://github.com/MehrobBakiev/Zavtra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9436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3000">
                <a:solidFill>
                  <a:srgbClr val="000000"/>
                </a:solidFill>
                <a:latin typeface="Arial"/>
              </a:rPr>
              <a:t>Завтра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4206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Автор: Бакиев Мехроб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Мехрзодович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23160"/>
            <a:ext cx="42976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>
                <a:solidFill>
                  <a:srgbClr val="595959"/>
                </a:solidFill>
                <a:latin typeface="Arial"/>
              </a:rPr>
              <a:t>Описание проекта: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017520"/>
            <a:ext cx="1828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017520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 u="sng">
                <a:solidFill>
                  <a:srgbClr val="009FB5"/>
                </a:solidFill>
                <a:latin typeface="Arial"/>
                <a:hlinkClick r:id="rId2"/>
              </a:rPr>
              <a:t>Одностраничник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383279"/>
            <a:ext cx="1828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83279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 u="sng">
                <a:solidFill>
                  <a:srgbClr val="009FB5"/>
                </a:solidFill>
                <a:latin typeface="Arial"/>
                <a:hlinkClick r:id="rId3"/>
              </a:rPr>
              <a:t>PRD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49039"/>
            <a:ext cx="1828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749039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 u="sng">
                <a:solidFill>
                  <a:srgbClr val="009FB5"/>
                </a:solidFill>
                <a:latin typeface="Arial"/>
                <a:hlinkClick r:id="rId4"/>
              </a:rPr>
              <a:t>SRS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114800"/>
            <a:ext cx="1828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4114800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 u="sng">
                <a:solidFill>
                  <a:srgbClr val="009FB5"/>
                </a:solidFill>
                <a:latin typeface="Arial"/>
                <a:hlinkClick r:id="rId5"/>
              </a:rPr>
              <a:t>User Stories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480560"/>
            <a:ext cx="1828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480560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 u="sng">
                <a:solidFill>
                  <a:srgbClr val="009FB5"/>
                </a:solidFill>
                <a:latin typeface="Arial"/>
                <a:hlinkClick r:id="rId6"/>
              </a:rPr>
              <a:t>RTM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846320"/>
            <a:ext cx="18288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846320"/>
            <a:ext cx="3657600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 u="sng">
                <a:solidFill>
                  <a:srgbClr val="009FB5"/>
                </a:solidFill>
                <a:latin typeface="Arial"/>
                <a:hlinkClick r:id="rId7"/>
              </a:rPr>
              <a:t>Git-репозиторий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6126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300">
                <a:solidFill>
                  <a:srgbClr val="595959"/>
                </a:solidFill>
                <a:latin typeface="Arial"/>
              </a:rPr>
              <a:t>Что было сделано: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66360" y="132588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>
                <a:solidFill>
                  <a:srgbClr val="595959"/>
                </a:solidFill>
                <a:latin typeface="Arial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1325880"/>
            <a:ext cx="6080760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Реализован сценарий Telegram-бота: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продажи → остатки → рекомендация →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подтверждение заказа.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239572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>
                <a:solidFill>
                  <a:srgbClr val="595959"/>
                </a:solidFill>
                <a:latin typeface="Arial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2395728"/>
            <a:ext cx="6080760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Добавлены CSV/XLSX, техкарты,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ручная правка заказа и хранение данных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в SQLite / PostgreSQL.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66360" y="346557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200">
                <a:solidFill>
                  <a:srgbClr val="595959"/>
                </a:solidFill>
                <a:latin typeface="Arial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3465576"/>
            <a:ext cx="6080760" cy="9784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Код и документы опубликованы в GitHub.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Подготовлены демоданные и инструкция</a:t>
            </a:r>
          </a:p>
          <a:p>
            <a:pPr>
              <a:lnSpc>
                <a:spcPct val="112000"/>
              </a:lnSpc>
              <a:spcAft>
                <a:spcPts val="0"/>
              </a:spcAft>
            </a:pPr>
            <a:r>
              <a:rPr sz="2000">
                <a:solidFill>
                  <a:srgbClr val="595959"/>
                </a:solidFill>
                <a:latin typeface="Arial"/>
              </a:rPr>
              <a:t>запуска.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5897880"/>
            <a:ext cx="6080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595959"/>
                </a:solidFill>
                <a:latin typeface="Arial"/>
              </a:rPr>
              <a:t>Пилот на реальной точке — следующий этап.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42823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  <a:spcAft>
                <a:spcPts val="0"/>
              </a:spcAft>
            </a:pPr>
            <a:r>
              <a:rPr sz="1400">
                <a:solidFill>
                  <a:srgbClr val="595959"/>
                </a:solidFill>
                <a:latin typeface="Arial"/>
              </a:rPr>
              <a:t>17.10.2026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Завтра — контрольная точка 1</dc:title>
  <dc:subject>Проектный семинар · 17.10.2026</dc:subject>
  <dc:creator>Бакиев Мехроб Мехрзодович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